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31089600" cy="41148000"/>
  <p:notesSz cx="6858000" cy="9144000"/>
  <p:embeddedFontLst>
    <p:embeddedFont>
      <p:font typeface="Bahnschrift Light Condensed" panose="020B0502040204020203" pitchFamily="34" charset="0"/>
      <p:regular r:id="rId3"/>
    </p:embeddedFont>
    <p:embeddedFont>
      <p:font typeface="United Sans Cond Heavy" pitchFamily="2" charset="77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91" autoAdjust="0"/>
  </p:normalViewPr>
  <p:slideViewPr>
    <p:cSldViewPr>
      <p:cViewPr>
        <p:scale>
          <a:sx n="20" d="100"/>
          <a:sy n="20" d="100"/>
        </p:scale>
        <p:origin x="2960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7C77A-F477-A430-B3B4-61C806B1C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F27D640-78F6-9356-AD9B-5835D3DB9AE7}"/>
              </a:ext>
            </a:extLst>
          </p:cNvPr>
          <p:cNvGrpSpPr/>
          <p:nvPr/>
        </p:nvGrpSpPr>
        <p:grpSpPr>
          <a:xfrm>
            <a:off x="-219222" y="678903"/>
            <a:ext cx="30820700" cy="4491025"/>
            <a:chOff x="-219222" y="678903"/>
            <a:chExt cx="30820700" cy="4491025"/>
          </a:xfrm>
        </p:grpSpPr>
        <p:grpSp>
          <p:nvGrpSpPr>
            <p:cNvPr id="2" name="Group 2">
              <a:extLst>
                <a:ext uri="{FF2B5EF4-FFF2-40B4-BE49-F238E27FC236}">
                  <a16:creationId xmlns:a16="http://schemas.microsoft.com/office/drawing/2014/main" id="{E34B5EEE-E556-047D-6CAC-D66761EB96AE}"/>
                </a:ext>
              </a:extLst>
            </p:cNvPr>
            <p:cNvGrpSpPr/>
            <p:nvPr/>
          </p:nvGrpSpPr>
          <p:grpSpPr>
            <a:xfrm>
              <a:off x="740901" y="678903"/>
              <a:ext cx="21592335" cy="1399740"/>
              <a:chOff x="0" y="0"/>
              <a:chExt cx="1881685" cy="121982"/>
            </a:xfrm>
          </p:grpSpPr>
          <p:sp>
            <p:nvSpPr>
              <p:cNvPr id="3" name="Freeform 3">
                <a:extLst>
                  <a:ext uri="{FF2B5EF4-FFF2-40B4-BE49-F238E27FC236}">
                    <a16:creationId xmlns:a16="http://schemas.microsoft.com/office/drawing/2014/main" id="{92603C14-6F29-9787-6CDE-9908DDD3CC43}"/>
                  </a:ext>
                </a:extLst>
              </p:cNvPr>
              <p:cNvSpPr/>
              <p:nvPr/>
            </p:nvSpPr>
            <p:spPr>
              <a:xfrm>
                <a:off x="0" y="0"/>
                <a:ext cx="1881685" cy="121982"/>
              </a:xfrm>
              <a:custGeom>
                <a:avLst/>
                <a:gdLst/>
                <a:ahLst/>
                <a:cxnLst/>
                <a:rect l="l" t="t" r="r" b="b"/>
                <a:pathLst>
                  <a:path w="1881685" h="121982">
                    <a:moveTo>
                      <a:pt x="0" y="0"/>
                    </a:moveTo>
                    <a:lnTo>
                      <a:pt x="1881685" y="0"/>
                    </a:lnTo>
                    <a:lnTo>
                      <a:pt x="1881685" y="121982"/>
                    </a:lnTo>
                    <a:lnTo>
                      <a:pt x="0" y="121982"/>
                    </a:lnTo>
                    <a:close/>
                  </a:path>
                </a:pathLst>
              </a:custGeom>
              <a:solidFill>
                <a:srgbClr val="31313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B50FC8EC-9F91-8340-AE56-6258B8FCFA27}"/>
                  </a:ext>
                </a:extLst>
              </p:cNvPr>
              <p:cNvSpPr txBox="1"/>
              <p:nvPr/>
            </p:nvSpPr>
            <p:spPr>
              <a:xfrm>
                <a:off x="0" y="-104775"/>
                <a:ext cx="1881685" cy="2267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82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9A4C2B96-75C8-BEFC-E5A3-1CA48D80F411}"/>
                </a:ext>
              </a:extLst>
            </p:cNvPr>
            <p:cNvSpPr/>
            <p:nvPr/>
          </p:nvSpPr>
          <p:spPr>
            <a:xfrm flipH="1">
              <a:off x="23038144" y="678903"/>
              <a:ext cx="0" cy="4491025"/>
            </a:xfrm>
            <a:prstGeom prst="line">
              <a:avLst/>
            </a:prstGeom>
            <a:ln w="66675" cap="flat">
              <a:solidFill>
                <a:srgbClr val="DEC69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F32DFA6-56CB-0E69-BF33-0476E39E2DB5}"/>
                </a:ext>
              </a:extLst>
            </p:cNvPr>
            <p:cNvSpPr/>
            <p:nvPr/>
          </p:nvSpPr>
          <p:spPr>
            <a:xfrm>
              <a:off x="22990519" y="678903"/>
              <a:ext cx="7610959" cy="3791155"/>
            </a:xfrm>
            <a:custGeom>
              <a:avLst/>
              <a:gdLst/>
              <a:ahLst/>
              <a:cxnLst/>
              <a:rect l="l" t="t" r="r" b="b"/>
              <a:pathLst>
                <a:path w="7610959" h="3791155">
                  <a:moveTo>
                    <a:pt x="0" y="0"/>
                  </a:moveTo>
                  <a:lnTo>
                    <a:pt x="7610959" y="0"/>
                  </a:lnTo>
                  <a:lnTo>
                    <a:pt x="7610959" y="3791155"/>
                  </a:lnTo>
                  <a:lnTo>
                    <a:pt x="0" y="3791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2F30531-AA3E-F22A-2DE9-C27ABD21A395}"/>
                </a:ext>
              </a:extLst>
            </p:cNvPr>
            <p:cNvSpPr txBox="1"/>
            <p:nvPr/>
          </p:nvSpPr>
          <p:spPr>
            <a:xfrm>
              <a:off x="216997" y="755656"/>
              <a:ext cx="22297243" cy="1217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931"/>
                </a:lnSpc>
              </a:pPr>
              <a:r>
                <a:rPr lang="en-US" sz="7093" b="1" spc="1340" dirty="0">
                  <a:solidFill>
                    <a:srgbClr val="DEC697"/>
                  </a:solidFill>
                  <a:latin typeface="United Sans Cond Heavy"/>
                  <a:ea typeface="United Sans Cond Heavy"/>
                  <a:cs typeface="United Sans Cond Heavy"/>
                  <a:sym typeface="United Sans Cond Heavy"/>
                </a:rPr>
                <a:t>SYMPOSIUM OF DIGITAL AGRICULTURE - 2025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48F6719-25E0-9D41-59A0-3ACC74660F95}"/>
                </a:ext>
              </a:extLst>
            </p:cNvPr>
            <p:cNvSpPr txBox="1"/>
            <p:nvPr/>
          </p:nvSpPr>
          <p:spPr>
            <a:xfrm>
              <a:off x="-219222" y="1855514"/>
              <a:ext cx="22881099" cy="315804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6907"/>
                </a:lnSpc>
              </a:pPr>
              <a:r>
                <a:rPr lang="en-US" sz="18000" i="1" spc="220" dirty="0">
                  <a:solidFill>
                    <a:srgbClr val="313131"/>
                  </a:solidFill>
                  <a:latin typeface="Bahnschrift Light Condensed" panose="020B0502040204020203" pitchFamily="34" charset="0"/>
                  <a:ea typeface="Bebas Neue"/>
                  <a:cs typeface="Bebas Neue"/>
                  <a:sym typeface="Bebas Neue"/>
                </a:rPr>
                <a:t>RESEARCH TITLE </a:t>
              </a:r>
              <a:r>
                <a:rPr lang="en-US" sz="18000" i="1" spc="220" dirty="0">
                  <a:solidFill>
                    <a:srgbClr val="313131"/>
                  </a:solidFill>
                  <a:latin typeface="Bahnschrift Light Condensed" panose="020B0502040204020203" pitchFamily="34" charset="0"/>
                  <a:ea typeface="Bebas Neue"/>
                  <a:cs typeface="Bahnschrift" panose="020F0502020204030204" pitchFamily="34" charset="0"/>
                  <a:sym typeface="Bebas Neue"/>
                </a:rPr>
                <a:t>GOES</a:t>
              </a:r>
              <a:r>
                <a:rPr lang="en-US" sz="18000" i="1" spc="220" dirty="0">
                  <a:solidFill>
                    <a:srgbClr val="313131"/>
                  </a:solidFill>
                  <a:latin typeface="Bahnschrift Light Condensed" panose="020B0502040204020203" pitchFamily="34" charset="0"/>
                  <a:ea typeface="Bebas Neue"/>
                  <a:cs typeface="Bebas Neue"/>
                  <a:sym typeface="Bebas Neue"/>
                </a:rPr>
                <a:t> HERE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086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United Sans Cond Heavy</vt:lpstr>
      <vt:lpstr>Bahnschrift Light Condensed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cp:lastModifiedBy>Leonardo Lemes Bosche</cp:lastModifiedBy>
  <cp:revision>3</cp:revision>
  <dcterms:created xsi:type="dcterms:W3CDTF">2006-08-16T00:00:00Z</dcterms:created>
  <dcterms:modified xsi:type="dcterms:W3CDTF">2025-09-05T16:06:16Z</dcterms:modified>
  <dc:identifier>DAGyH6SkUZM</dc:identifier>
</cp:coreProperties>
</file>